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31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39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89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49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3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35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26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66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8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0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7B3A8-7838-47C7-AD06-B5DE080FCC2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DA664-EEA0-48CE-9B4B-3215ECBFD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73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Митюков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Рашид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946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Митюков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Митюков</dc:title>
  <dc:creator>Пользователь</dc:creator>
  <cp:lastModifiedBy>Пользователь</cp:lastModifiedBy>
  <cp:revision>1</cp:revision>
  <dcterms:created xsi:type="dcterms:W3CDTF">2026-10-06T15:36:04Z</dcterms:created>
  <dcterms:modified xsi:type="dcterms:W3CDTF">2026-10-06T15:36:24Z</dcterms:modified>
</cp:coreProperties>
</file>